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WOXSEN UNIVERSITY  •  SCHOOL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8D6DC"/>
                </a:solidFill>
                <a:latin typeface="Calibri"/>
              </a:rPr>
              <a:t>DBMS COURSE PROJECT  · 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69494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Working prototype,
database validation and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8036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7E3E8"/>
                </a:solidFill>
                <a:latin typeface="Calibri"/>
              </a:rPr>
              <a:t>Vardan Desai  •  25WU0104029  •  AIML Rhinos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143000"/>
            <a:ext cx="3611880" cy="32918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16002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2C39A"/>
                </a:solidFill>
                <a:latin typeface="Calibri"/>
              </a:rPr>
              <a:t>FINAL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103120"/>
            <a:ext cx="29260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React frontend
Flask backend
MySQL database
Protected routes
Reports +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01 — WORKING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From form input to a database-backed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final system keeps the database as the source of truth for transactions and reports.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246120" cy="256032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568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31720"/>
            <a:ext cx="2916936" cy="19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Login page → session state → protected application routes.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246120" cy="256032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568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331720"/>
            <a:ext cx="2916936" cy="19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Students, registration, attendance, exams and fees write to MySQL.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246120" cy="256032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56816"/>
            <a:ext cx="2916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331720"/>
            <a:ext cx="2916936" cy="19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Dashboard and report views read the same normalized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02 — USER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Operational modules map to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prototype is organized around the college workflow rather than around isolated demo pages.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530352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11095"/>
            <a:ext cx="10552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86000"/>
            <a:ext cx="10552176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Students + guardian   |   student / guardian / programme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78024"/>
            <a:ext cx="10881360" cy="530352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606040"/>
            <a:ext cx="10552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Academics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980944"/>
            <a:ext cx="10552176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Courses + sections   |   course / faculty / semester / section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72968"/>
            <a:ext cx="10881360" cy="530352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300984"/>
            <a:ext cx="10552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675887"/>
            <a:ext cx="10552176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Registration + attendance   |   registration / attendance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67912"/>
            <a:ext cx="10881360" cy="530352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995928"/>
            <a:ext cx="10552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370832"/>
            <a:ext cx="10552176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Examinations + grades   |   examination / grade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62856"/>
            <a:ext cx="10881360" cy="530352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4690872"/>
            <a:ext cx="10552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065776"/>
            <a:ext cx="10552176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Bills + payments   |   fee_bill / payment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57800"/>
            <a:ext cx="10881360" cy="530352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5385816"/>
            <a:ext cx="10552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5760720"/>
            <a:ext cx="10552176" cy="-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Reports   |   8 SQL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03 —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One small cleanup made the login flow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Unauthenticated users are redirected to /login; authenticated users continue into the application layout.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Browser → ProtectedRoute → user? → /login or Layout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743200"/>
            <a:ext cx="2926080" cy="164592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871216"/>
            <a:ext cx="2596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246120"/>
            <a:ext cx="259689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localStorage has no scms_user → redirect /login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743200"/>
            <a:ext cx="2926080" cy="164592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2871216"/>
            <a:ext cx="2596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Valid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3246120"/>
            <a:ext cx="259689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Flask verifies bcrypt → JWT + user saved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743200"/>
            <a:ext cx="2926080" cy="164592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2871216"/>
            <a:ext cx="2596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Signed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3246120"/>
            <a:ext cx="2596896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Protected routes render normally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83480"/>
            <a:ext cx="10424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7C4CB"/>
                </a:solidFill>
                <a:latin typeface="Calibri"/>
              </a:rPr>
              <a:t>Source: src/App.jsx and src/context/AuthContext.jsx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04 — CRUD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main application covers CRUD and controlled status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Database constraints remain active when the write reaches MySQL.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2344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56816"/>
            <a:ext cx="4974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31720"/>
            <a:ext cx="49743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Student admission, course / section records, registration, attendance, exams, fee bills and payments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303520" cy="12344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956816"/>
            <a:ext cx="4974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331720"/>
            <a:ext cx="49743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Directories, student details, dashboard metrics and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5303520" cy="12344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511296"/>
            <a:ext cx="4974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886200"/>
            <a:ext cx="49743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Student details, attendance status and examination marks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23444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11296"/>
            <a:ext cx="4974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CONTROLLED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886200"/>
            <a:ext cx="4974336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3E8"/>
                </a:solidFill>
                <a:latin typeface="Calibri"/>
              </a:rPr>
              <a:t>Registration drop and student deactivation use status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05 — BUSINESS-RULE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What should pass and what should be rejected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database is the final decision point for integrity-sensitive transactions.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97280" cy="393192"/>
          </a:xfrm>
          <a:prstGeom prst="roundRect">
            <a:avLst/>
          </a:prstGeom>
          <a:solidFill>
            <a:srgbClr val="143D39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56231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37943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Active student + available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837943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Registration created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1097280" cy="393192"/>
          </a:xfrm>
          <a:prstGeom prst="roundRect">
            <a:avLst/>
          </a:prstGeom>
          <a:solidFill>
            <a:srgbClr val="4A2D35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963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478024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Duplicate course / semester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478024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SQLSTATE 45000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39"/>
            <a:ext cx="1097280" cy="393192"/>
          </a:xfrm>
          <a:prstGeom prst="roundRect">
            <a:avLst/>
          </a:prstGeom>
          <a:solidFill>
            <a:srgbClr val="4A2D35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36391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118103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Section capacity reached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118103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SQLSTATE 45000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1097280" cy="393192"/>
          </a:xfrm>
          <a:prstGeom prst="roundRect">
            <a:avLst/>
          </a:prstGeom>
          <a:solidFill>
            <a:srgbClr val="4A2D35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7647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758183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Future attendance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758183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SQLSTATE 45000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43400"/>
            <a:ext cx="1097280" cy="393192"/>
          </a:xfrm>
          <a:prstGeom prst="roundRect">
            <a:avLst/>
          </a:prstGeom>
          <a:solidFill>
            <a:srgbClr val="143D39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165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398264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92.5 / 100 exam 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398264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A+ / 10.0 grade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83480"/>
            <a:ext cx="1097280" cy="393192"/>
          </a:xfrm>
          <a:prstGeom prst="roundRect">
            <a:avLst/>
          </a:prstGeom>
          <a:solidFill>
            <a:srgbClr val="4A2D35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05663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038344"/>
            <a:ext cx="4206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Payment above balance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038344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E8"/>
                </a:solidFill>
                <a:latin typeface="Calibri"/>
              </a:rPr>
              <a:t>SQLSTATE 45000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06 — LIVE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Every important transaction follows one controlled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Input → Flask route → MySQL rule layer → commit / reject → updated screen or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alid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1088136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07 — REPORTING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Same data, different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The final reports are derived from the normalized base tables through SQL views.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57800" cy="10515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11095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Academic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86000"/>
            <a:ext cx="492861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student + registration + examination + grade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57800" cy="10515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911095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Attendance shortage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286000"/>
            <a:ext cx="492861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attendance + grouping + 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5257800" cy="10515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23697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Result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611880"/>
            <a:ext cx="492861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marks + aggregate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08960"/>
            <a:ext cx="5257800" cy="10515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23697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Fee dues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611880"/>
            <a:ext cx="492861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fee_bill + payment + balance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34840"/>
            <a:ext cx="5257800" cy="10515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4562855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Department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937759"/>
            <a:ext cx="492861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programme + faculty + course + student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434840"/>
            <a:ext cx="5257800" cy="105156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4562855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Section occupancy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937759"/>
            <a:ext cx="4928616" cy="429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D7E3E8"/>
                </a:solidFill>
                <a:latin typeface="Calibri"/>
              </a:rPr>
              <a:t>section + registration + capacity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08 — FINAL SUBMISSION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Prototype → evidence → report →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All deliverables should describe the same final MySQL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14600" cy="2286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56816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31720"/>
            <a:ext cx="218541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Source code
SQL scripts
README
Protected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514600" cy="2286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956816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331720"/>
            <a:ext cx="218541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Template-compliant
ERD + schema
Tests + 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514600" cy="2286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956816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PPT 1–3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331720"/>
            <a:ext cx="218541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Same visual system
Review progression
Final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828800"/>
            <a:ext cx="2514600" cy="2286000"/>
          </a:xfrm>
          <a:prstGeom prst="roundRect">
            <a:avLst/>
          </a:prstGeom>
          <a:solidFill>
            <a:srgbClr val="132C46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956816"/>
            <a:ext cx="2185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2331720"/>
            <a:ext cx="2185416" cy="1664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3E8"/>
                </a:solidFill>
                <a:latin typeface="Calibri"/>
              </a:rPr>
              <a:t>Login
CRUD
Rule rejection
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FINAL — SUBMISSION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Student &amp; College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8D6DC"/>
                </a:solidFill>
                <a:latin typeface="Calibri"/>
              </a:rPr>
              <a:t>A compact DBMS PBL project connecting relational design, SQL implementation and a working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36192"/>
            <a:ext cx="11430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Vardan Desai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D7E3E8"/>
                </a:solidFill>
                <a:latin typeface="Calibri"/>
              </a:rPr>
              <a:t>25WU0104029  •  AIML Rhinos  •  Semester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2C39A"/>
                </a:solidFill>
                <a:latin typeface="Calibri"/>
              </a:rPr>
              <a:t>GitHub: github.com/404Vardan/dbms-pbl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92240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B7C4CB"/>
                </a:solidFill>
                <a:latin typeface="Calibri"/>
              </a:rPr>
              <a:t>Student &amp; College Management System  •  Vardan Desai  •  25WU0104029  •  AIML Rhinos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7C4C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&amp; College Management System</dc:title>
  <dc:subject/>
  <dc:creator>Vardan 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