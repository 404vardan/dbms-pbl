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WOXSEN UNIVERSITY  • 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8D6DC"/>
                </a:solidFill>
                <a:latin typeface="Calibri"/>
              </a:rPr>
              <a:t>DBMS COURSE PROJECT  ·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6858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Logical design, normalization
and database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7E3E8"/>
                </a:solidFill>
                <a:latin typeface="Calibri"/>
              </a:rPr>
              <a:t>Vardan Desai  •  25WU0104029  •  AIML Rhinos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43000"/>
            <a:ext cx="3611880" cy="32461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554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2C39A"/>
                </a:solidFill>
                <a:latin typeface="Calibri"/>
              </a:rPr>
              <a:t>CURRENT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057400"/>
            <a:ext cx="2926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React + Vite
Python + Flask
MySQL 8.0+
Connector/Python
bcrypt + PyJWT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01 — IMPLEMENTATION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From the ER model to 15 MySQL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relational design is now implemented using MySQL 8.0+ and InnoDB.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46120" cy="29260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Relational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2916936" cy="2304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7E3E8"/>
                </a:solidFill>
                <a:latin typeface="Calibri"/>
              </a:rPr>
              <a:t>14 domain entities become base relations. user_account is added for login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46120" cy="29260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Integrity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916936" cy="2304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7E3E8"/>
                </a:solidFill>
                <a:latin typeface="Calibri"/>
              </a:rPr>
              <a:t>PK / FK, UNIQUE, NOT NULL and CHECK constraints protect the stored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9260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Database 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31720"/>
            <a:ext cx="2916936" cy="2304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7E3E8"/>
                </a:solidFill>
                <a:latin typeface="Calibri"/>
              </a:rPr>
              <a:t>Triggers, stored procedures and views extend the basic DDL.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02 —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Why the schema stops at Third Normal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goal is to keep each fact in one logical place and make updates predictable.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154680" cy="3063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C39A"/>
                </a:solidFill>
                <a:latin typeface="Calibri"/>
              </a:rP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Atomic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3E8"/>
                </a:solidFill>
                <a:latin typeface="Calibri"/>
              </a:rPr>
              <a:t>No repeating group stored inside a 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154680" cy="3063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788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Full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3E8"/>
                </a:solidFill>
                <a:latin typeface="Calibri"/>
              </a:rPr>
              <a:t>Transaction attributes belong to their row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154680" cy="3063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4884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C39A"/>
                </a:solidFill>
                <a:latin typeface="Calibri"/>
              </a:rPr>
              <a:t>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788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 transitive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3E8"/>
                </a:solidFill>
                <a:latin typeface="Calibri"/>
              </a:rPr>
              <a:t>Department / programme / course facts are separated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03 — DATABASE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Objects that make the DBMS concepts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implementation separates the database responsibilities instead of placing everything in one 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46120" cy="13716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29169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schema.sql
15 tables +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246120" cy="13716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331720"/>
            <a:ext cx="29169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triggers.sql
6 rule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46120" cy="13716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Procedures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331720"/>
            <a:ext cx="29169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procedures.sql
2 atomic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3246120" cy="13716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69417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069080"/>
            <a:ext cx="29169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views.sql
8 analytical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566160"/>
            <a:ext cx="3246120" cy="13716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1" y="369417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4069080"/>
            <a:ext cx="29169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seed.sql
demo data + login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04 —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Application-to-database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frontend remains simple; Flask owns the API routes and the database remains the system of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1560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05 — DATABASE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Representative trigger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important rules are checked again at the database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143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497433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Active student + no duplicate course + section has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03520" cy="1143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95681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31720"/>
            <a:ext cx="497433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Not dropped + date not future + date within semester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303520" cy="1143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41985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794760"/>
            <a:ext cx="497433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marks / max_marks → deterministic grade letter +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91840"/>
            <a:ext cx="5303520" cy="1143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41985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794760"/>
            <a:ext cx="497433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amount_paid ≤ remaining balance; update bill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754880"/>
            <a:ext cx="5303520" cy="1143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488289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Procedures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5257800"/>
            <a:ext cx="4974336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sp_admit_student and sp_record_exam_result keep multi-step operations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06 — RELATIONAL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15 relations and the important foreign-key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transaction tables sit between master records and derived reports.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81051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47088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programme, faculty, course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2951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student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52344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16351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course + faculty + semester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779775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1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section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36976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00984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student +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2644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00984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registration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21608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6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749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85616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attendance, examination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70248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examination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23367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70248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grade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90872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54880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student + semester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71830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54880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fee_bill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175504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39512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fee_bill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520293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239512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payment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660136"/>
            <a:ext cx="3108960" cy="365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724144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student / faculty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56875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724144"/>
            <a:ext cx="5394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user_account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07 — REPORTING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Eight views answer repeatable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reports screen consumes SQL views rather than storing separate report 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1109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v_section_occupancy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86000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v_section_occupancy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1109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v_attendance_summary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86000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v_attendance_summary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91693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v_exam_details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291839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v_exam_details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91693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v_result_analysis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91839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v_result_analysis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92277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v_student_academic_history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297680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v_student_academic_history 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v_fee_dues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97680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v_fee_dues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92861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v_student_dues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5303520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v_student_dues 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800600"/>
            <a:ext cx="5257800" cy="7772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92861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v_department_summary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5303520"/>
            <a:ext cx="4928616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7E3E8"/>
                </a:solidFill>
                <a:latin typeface="Calibri"/>
              </a:rPr>
              <a:t>SELECT * FROM v_department_summary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08 —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Positive and negative paths for the final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implementation is strongest when the evaluator can see both accepted and rejected transactions.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46120" cy="1325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11095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91693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Available section
accepted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246120" cy="1325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911095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286000"/>
            <a:ext cx="291693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Duplicate course
rejected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246120" cy="1325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911095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86000"/>
            <a:ext cx="291693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Full section
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246120" cy="1325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570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TC4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291693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Future attendance date
rejected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29000"/>
            <a:ext cx="3246120" cy="1325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5570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TC5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3931920"/>
            <a:ext cx="291693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Exam marks
grade generated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29000"/>
            <a:ext cx="3246120" cy="1325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5570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931920"/>
            <a:ext cx="291693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Excess payment
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REVIEW 2 →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Implementation is ready for final application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final presentation focuses on working screens, database validation and report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Database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291693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15 tables, triggers, procedures, views and seed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4612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API 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91693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Flask route modules read and write MySQL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4612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31720"/>
            <a:ext cx="291693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Run end-to-end workflows and capture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Student &amp; College Management System  • 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&amp; College Management System</dc:title>
  <dc:subject/>
  <dc:creator>Vardan 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