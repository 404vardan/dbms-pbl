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problem through four concrete data-management issues: duplication, fragmented records, delayed reporting, and unenforced business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0CDB5"/>
                </a:solidFill>
                <a:latin typeface="Aptos"/>
              </a:rPr>
              <a:t>WOXSEN UNIVERSITY  •  SCHOOL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60704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5DFE9"/>
                </a:solidFill>
                <a:latin typeface="Aptos"/>
              </a:rPr>
              <a:t>DBMS COURSE PROJECT  • 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658368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Student &amp; College
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5DFE9"/>
                </a:solidFill>
                <a:latin typeface="Aptos"/>
              </a:rPr>
              <a:t>Problem definition, scope, functional requirements and conceptual database design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4069080"/>
            <a:ext cx="2286000" cy="0"/>
          </a:xfrm>
          <a:prstGeom prst="line">
            <a:avLst/>
          </a:prstGeom>
          <a:ln w="1905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315968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9FA"/>
                </a:solidFill>
                <a:latin typeface="Aptos"/>
              </a:rPr>
              <a:t>Vardan Desai  •  25WU0104029  •  B.Tech CSE – AIML  •  Rhinos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63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DBDCC"/>
                </a:solidFill>
                <a:latin typeface="Aptos"/>
              </a:rPr>
              <a:t>Python  •  Streamlit  •  MySQL  • 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143000"/>
            <a:ext cx="3246120" cy="338328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66420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CDB5"/>
                </a:solidFill>
                <a:latin typeface="Aptos"/>
              </a:rPr>
              <a:t>REVIEW 1  •  CONCEPTUAL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331720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8F9FA"/>
                </a:solidFill>
                <a:latin typeface="Aptos"/>
              </a:rPr>
              <a:t>Student &amp; College
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42900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D5DFE9"/>
                </a:solidFill>
                <a:latin typeface="Aptos"/>
              </a:rPr>
              <a:t>Academic Year 2026–27
Semester III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977639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ADBDCC"/>
                </a:solidFill>
                <a:latin typeface="Aptos"/>
              </a:rPr>
              <a:t>Database-centric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DBDCC"/>
                </a:solidFill>
                <a:latin typeface="Aptos"/>
              </a:rPr>
              <a:t>Requirements  •  Design  • 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Fragmented records create avoidable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The project asks whether common college records can be maintained through one consistent relational model.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606040" cy="23317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03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Duplication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24327"/>
            <a:ext cx="21031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Student, course and fee facts become repetitive when maintained in disconnected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74519"/>
            <a:ext cx="2606040" cy="23317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103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No shared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624327"/>
            <a:ext cx="21031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Academic and financial information needs linked records to answer cross-module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74519"/>
            <a:ext cx="2606040" cy="23317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103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Delayed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624327"/>
            <a:ext cx="21031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Attendance, results and dues should be derived from the same underlying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874519"/>
            <a:ext cx="2606040" cy="23317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1" y="2103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Unenforced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1" y="2624327"/>
            <a:ext cx="2103120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Duplicate registration, full sections and excess payments need database-side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02 —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Scope from admission to fee settlement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A compact academic management system focused on relational data, transactions and reporting.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5349240" cy="32461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48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In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70048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0" b="0">
                <a:solidFill>
                  <a:srgbClr val="D5DFE9"/>
                </a:solidFill>
                <a:latin typeface="Aptos"/>
              </a:rPr>
              <a:t>Student + guardian records
Departments and programmes
Courses + faculty + sections
Course registration + attendance
Examinations + grades
Fee bills + payments
Reports + login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349240" cy="32461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148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Out of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670048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0" b="0">
                <a:solidFill>
                  <a:srgbClr val="D5DFE9"/>
                </a:solidFill>
                <a:latin typeface="Aptos"/>
              </a:rPr>
              <a:t>Hostel management
Library systems
Payroll and HR
Alumni tracking
Online exam proctoring
Institution-wide deployment
Advanced notification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03 —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Objectives across design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The final prototype is evaluated primarily on the DBMS concepts visible in the implementation.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52044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057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01  Normalize to 3NF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786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D5DFE9"/>
                </a:solidFill>
                <a:latin typeface="Aptos"/>
              </a:rPr>
              <a:t>Separate master and transaction data; reduce redundancy.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2044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057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02  Enforce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5786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D5DFE9"/>
                </a:solidFill>
                <a:latin typeface="Aptos"/>
              </a:rPr>
              <a:t>PK, FK, UNIQUE, NOT NULL, CHECK, DEFAULT and triggers.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828800"/>
            <a:ext cx="352044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057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03  Support 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5786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D5DFE9"/>
                </a:solidFill>
                <a:latin typeface="Aptos"/>
              </a:rPr>
              <a:t>Admission, registration, attendance, exams and fees.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3566160"/>
            <a:ext cx="352044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0632" y="3794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04  Build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43159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D5DFE9"/>
                </a:solidFill>
                <a:latin typeface="Aptos"/>
              </a:rPr>
              <a:t>Use joins, aggregates and SQL views for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66160"/>
            <a:ext cx="3520440" cy="141732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794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05  Connect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3159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D5DFE9"/>
                </a:solidFill>
                <a:latin typeface="Aptos"/>
              </a:rPr>
              <a:t>Python + Streamlit interface connected to MySQL.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04 — 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What the prototype must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Each requirement maps to a screen, database object, transaction or report.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828800"/>
          <a:ext cx="108356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377440"/>
                <a:gridCol w="7543800"/>
              </a:tblGrid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9FA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9FA"/>
                          </a:solidFill>
                          <a:latin typeface="Aptos"/>
                        </a:rPr>
                        <a:t>Requirement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9FA"/>
                          </a:solidFill>
                          <a:latin typeface="Aptos"/>
                        </a:rPr>
                        <a:t>DBMS / application evidence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FR1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Student admission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Student + guardian through stored procedure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FR2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Academic setup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Department / programme / course / faculty / section master data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FR3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Registration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Capacity + duplicate-registration checks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FR4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Attendance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Daily status + attendance summary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FR5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Examination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Marks + trigger-generated grade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FR6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Fees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Bills + payment + balance/status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FR7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Reports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Eight SQL views for academic and financial analysis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FR8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Authentication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30" b="0">
                          <a:solidFill>
                            <a:srgbClr val="D5DFE9"/>
                          </a:solidFill>
                          <a:latin typeface="Aptos"/>
                        </a:rPr>
                        <a:t>Login + Streamlit session state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05 — CONCEPTUAL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Final 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15-table ER model used as the basis for the MySQL relational schema.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10881360" cy="4370832"/>
          </a:xfrm>
          <a:prstGeom prst="roundRect">
            <a:avLst/>
          </a:prstGeom>
          <a:solidFill>
            <a:srgbClr val="F2F4F6"/>
          </a:solidFill>
          <a:ln w="14604">
            <a:solidFill>
              <a:srgbClr val="42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ms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20240"/>
            <a:ext cx="10515600" cy="3950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98932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DBDCC"/>
                </a:solidFill>
                <a:latin typeface="Aptos"/>
              </a:rPr>
              <a:t>Figure 1. Conceptual ER model used for the relational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06 — ENTITY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Core entities and why they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The conceptual model separates master data, academic transactions and finance records.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691640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663440"/>
                <a:gridCol w="4297680"/>
              </a:tblGrid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8F9FA"/>
                          </a:solidFill>
                          <a:latin typeface="Aptos"/>
                        </a:rPr>
                        <a:t>Entity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8F9FA"/>
                          </a:solidFill>
                          <a:latin typeface="Aptos"/>
                        </a:rPr>
                        <a:t>Primary role in the system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8F9FA"/>
                          </a:solidFill>
                          <a:latin typeface="Aptos"/>
                        </a:rPr>
                        <a:t>Key relationship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department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Academic organizational unit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programme / faculty / course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programme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Degree programme definition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student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faculty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Teaching staff directory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section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course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Course catalogue item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section / registration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semester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Academic term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section / registration / fee_bill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section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Course offering for a semester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registration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student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Student master record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guardian / registration / fee_bill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guardian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Student-linked contact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student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registration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Student-section enrollment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attendance / examination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attendance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Per-session status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registration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examination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Assessment record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grade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grade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Derived result record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examination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fee_bill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Student billing record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payment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payment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Payment transaction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fee_bill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user_account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Application login account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D5DFE9"/>
                          </a:solidFill>
                          <a:latin typeface="Aptos"/>
                        </a:rPr>
                        <a:t>→ role / reference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07 — RELATIONAL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How the conceptual model becomes database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Entity separation is maintained before application development begins.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2011680" cy="10515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Master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9192"/>
            <a:ext cx="1737360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department
programme
course
faculty
semester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2679192"/>
            <a:ext cx="1051560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86200" y="2148840"/>
            <a:ext cx="2240280" cy="10515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350008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Academic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679192"/>
            <a:ext cx="1965960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section
registration
attendance
examination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72200" y="2679192"/>
            <a:ext cx="1051560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69480" y="2148840"/>
            <a:ext cx="2011680" cy="10515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3500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Results +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679192"/>
            <a:ext cx="1737360" cy="4297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grade
fee_bill
payment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0" y="2679192"/>
            <a:ext cx="1051560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29800" y="3886200"/>
            <a:ext cx="1600200" cy="109728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4087368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4416552"/>
            <a:ext cx="1325880" cy="475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user_account
Streamlit 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60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CDB5"/>
                </a:solidFill>
                <a:latin typeface="Aptos"/>
              </a:rPr>
              <a:t>Design principle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114800"/>
            <a:ext cx="7543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9FA"/>
                </a:solidFill>
                <a:latin typeface="Aptos"/>
              </a:rPr>
              <a:t>Store each fact once, reference it through keys, and let the database enforce relationships.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08 — PROPOSED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One transaction path, one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The interface collects input; MySQL remains responsible for relational integrity and database-side rules.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240280"/>
            <a:ext cx="1645920" cy="12344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414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70632"/>
            <a:ext cx="1371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Streamlit session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40280" y="2852928"/>
            <a:ext cx="201168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1448" y="2240280"/>
            <a:ext cx="1645920" cy="12344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78608" y="24414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Select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2770632"/>
            <a:ext cx="1371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Student / section / bill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87368" y="2852928"/>
            <a:ext cx="201168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88536" y="2240280"/>
            <a:ext cx="1645920" cy="12344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6" y="24414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770632"/>
            <a:ext cx="1371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Parameterized SQL / procedure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34455" y="2852928"/>
            <a:ext cx="201168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35623" y="2240280"/>
            <a:ext cx="1645920" cy="12344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24414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2770632"/>
            <a:ext cx="1371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Constraints + trigger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81544" y="2852928"/>
            <a:ext cx="201167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82711" y="2240280"/>
            <a:ext cx="1645920" cy="12344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1" y="24414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Commit / reject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2770632"/>
            <a:ext cx="1371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MySQL decision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628632" y="2852928"/>
            <a:ext cx="201167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29799" y="2240280"/>
            <a:ext cx="1645920" cy="12344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59" y="24414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Read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59" y="2770632"/>
            <a:ext cx="13716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Updated table / report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4114800"/>
            <a:ext cx="6720840" cy="10515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434340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Key principle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9232" y="4864608"/>
            <a:ext cx="6217920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D5DFE9"/>
                </a:solidFill>
                <a:latin typeface="Aptos"/>
              </a:rPr>
              <a:t>Application input validation improves usability; database constraints remain the final integrity boundary.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REVIEW 1 → REVIEW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Next milestone: logical database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Review 1 closes the problem-definition and conceptual-design stage.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3337560" cy="18288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456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01  Approved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715768"/>
            <a:ext cx="2834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Problem, scope, functional requirements and final ER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3337560" cy="18288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19456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02  Mapped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715768"/>
            <a:ext cx="2834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Relations, keys, foreign keys, constraints and normalization plan.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337560" cy="18288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19456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03 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715768"/>
            <a:ext cx="2834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MySQL schema, sample data, triggers, procedures, views and connected prototype.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663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CDB5"/>
                </a:solidFill>
                <a:latin typeface="Aptos"/>
              </a:rPr>
              <a:t>REVIEW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04748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5DFE9"/>
                </a:solidFill>
                <a:latin typeface="Aptos"/>
              </a:rPr>
              <a:t>Logical design  •  3NF  •  SQL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&amp; College Management System – DBMS PBL</dc:title>
  <dc:subject>Woxsen University – Database Management Systems Project</dc:subject>
  <dc:creator>Vardan Desai</dc:creator>
  <cp:keywords>DBMS, MySQL, Python, Streamlit, SCMS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